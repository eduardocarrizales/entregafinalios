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00" r:id="rId1"/>
    <p:sldMasterId id="2147484154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59F6F859-BC94-BA44-8C0C-7A4AF1AE7F1D}">
          <p14:sldIdLst>
            <p14:sldId id="256"/>
            <p14:sldId id="257"/>
            <p14:sldId id="258"/>
            <p14:sldId id="259"/>
            <p14:sldId id="260"/>
          </p14:sldIdLst>
        </p14:section>
        <p14:section name="Sección sin título" id="{FA557D9D-A383-7143-9AF2-DB83DF8F75D3}">
          <p14:sldIdLst>
            <p14:sldId id="261"/>
            <p14:sldId id="262"/>
            <p14:sldId id="263"/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94"/>
    <p:restoredTop sz="94722"/>
  </p:normalViewPr>
  <p:slideViewPr>
    <p:cSldViewPr snapToGrid="0" snapToObjects="1">
      <p:cViewPr varScale="1">
        <p:scale>
          <a:sx n="147" d="100"/>
          <a:sy n="147" d="100"/>
        </p:scale>
        <p:origin x="2976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36346" y="1788454"/>
            <a:ext cx="6270922" cy="2098226"/>
          </a:xfrm>
        </p:spPr>
        <p:txBody>
          <a:bodyPr anchor="b">
            <a:noAutofit/>
          </a:bodyPr>
          <a:lstStyle>
            <a:lvl1pPr algn="ctr">
              <a:defRPr sz="6000" cap="all" baseline="0">
                <a:solidFill>
                  <a:schemeClr val="tx2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09930" y="3956280"/>
            <a:ext cx="5123755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64644" y="6453386"/>
            <a:ext cx="1205958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38041" y="6453386"/>
            <a:ext cx="5267533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73012" y="6453386"/>
            <a:ext cx="1197219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564643" y="744469"/>
            <a:ext cx="8005589" cy="5349671"/>
            <a:chOff x="564643" y="744469"/>
            <a:chExt cx="8005589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6113972" y="1685652"/>
              <a:ext cx="2456260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357"/>
                  </a:lnTo>
                  <a:lnTo>
                    <a:pt x="8761" y="935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564643" y="744469"/>
              <a:ext cx="2456505" cy="4408488"/>
            </a:xfrm>
            <a:custGeom>
              <a:avLst/>
              <a:gdLst/>
              <a:ahLst/>
              <a:cxnLst/>
              <a:rect l="l" t="t" r="r" b="b"/>
              <a:pathLst>
                <a:path w="10001" h="10000">
                  <a:moveTo>
                    <a:pt x="8762" y="0"/>
                  </a:moveTo>
                  <a:lnTo>
                    <a:pt x="10001" y="0"/>
                  </a:lnTo>
                  <a:lnTo>
                    <a:pt x="10001" y="10000"/>
                  </a:lnTo>
                  <a:lnTo>
                    <a:pt x="1" y="10000"/>
                  </a:lnTo>
                  <a:cubicBezTo>
                    <a:pt x="-2" y="9766"/>
                    <a:pt x="4" y="9586"/>
                    <a:pt x="1" y="9352"/>
                  </a:cubicBezTo>
                  <a:lnTo>
                    <a:pt x="8762" y="9346"/>
                  </a:lnTo>
                  <a:lnTo>
                    <a:pt x="876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39931318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2640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3769" y="1301361"/>
            <a:ext cx="7209728" cy="2852737"/>
          </a:xfrm>
        </p:spPr>
        <p:txBody>
          <a:bodyPr anchor="b">
            <a:normAutofit/>
          </a:bodyPr>
          <a:lstStyle>
            <a:lvl1pPr algn="r">
              <a:defRPr sz="6000" cap="all" baseline="0">
                <a:solidFill>
                  <a:schemeClr val="tx2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3769" y="4216328"/>
            <a:ext cx="7209728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2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4181" y="6453386"/>
            <a:ext cx="1216807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38234" y="6453386"/>
            <a:ext cx="5267533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73012" y="6453386"/>
            <a:ext cx="119721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6113972" y="1685652"/>
            <a:ext cx="2456260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8" name="Freeform 7" title="Crop Mark"/>
          <p:cNvSpPr/>
          <p:nvPr/>
        </p:nvSpPr>
        <p:spPr bwMode="auto">
          <a:xfrm>
            <a:off x="6113972" y="1685652"/>
            <a:ext cx="2456260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4111363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8700" y="2286000"/>
            <a:ext cx="3335840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94052" y="2286000"/>
            <a:ext cx="3335840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3101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700" y="685800"/>
            <a:ext cx="72009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8700" y="2340230"/>
            <a:ext cx="3335840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2400" b="0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8700" y="3305208"/>
            <a:ext cx="3335839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93760" y="2349754"/>
            <a:ext cx="3335840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2400" b="0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93760" y="3305208"/>
            <a:ext cx="3335840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6817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7258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43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397764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925" y="685800"/>
            <a:ext cx="289179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400" baseline="0">
                <a:solidFill>
                  <a:schemeClr val="tx2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92015" y="685801"/>
            <a:ext cx="3909060" cy="5175250"/>
          </a:xfrm>
        </p:spPr>
        <p:txBody>
          <a:bodyPr/>
          <a:lstStyle>
            <a:lvl1pPr>
              <a:defRPr sz="1500"/>
            </a:lvl1pPr>
            <a:lvl2pPr>
              <a:defRPr sz="1500"/>
            </a:lvl2pPr>
            <a:lvl3pPr>
              <a:defRPr sz="1350"/>
            </a:lvl3pPr>
            <a:lvl4pPr>
              <a:defRPr sz="135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2925" y="2856344"/>
            <a:ext cx="2891790" cy="3011056"/>
          </a:xfrm>
        </p:spPr>
        <p:txBody>
          <a:bodyPr>
            <a:normAutofit/>
          </a:bodyPr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42925" y="6453386"/>
            <a:ext cx="90342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654459" y="6453386"/>
            <a:ext cx="1780256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412355" y="6453386"/>
            <a:ext cx="119721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977640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 title="Divider Bar"/>
          <p:cNvSpPr/>
          <p:nvPr/>
        </p:nvSpPr>
        <p:spPr>
          <a:xfrm>
            <a:off x="3977640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949151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397764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925" y="685800"/>
            <a:ext cx="289179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400" baseline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149090" y="1"/>
            <a:ext cx="4994910" cy="6857999"/>
          </a:xfrm>
        </p:spPr>
        <p:txBody>
          <a:bodyPr anchor="t"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1500"/>
            </a:lvl2pPr>
            <a:lvl3pPr marL="685800" indent="0">
              <a:buNone/>
              <a:defRPr sz="15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2925" y="2855968"/>
            <a:ext cx="2891790" cy="3011432"/>
          </a:xfrm>
        </p:spPr>
        <p:txBody>
          <a:bodyPr>
            <a:normAutofit/>
          </a:bodyPr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42925" y="6453386"/>
            <a:ext cx="90342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654459" y="6453386"/>
            <a:ext cx="1780256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412355" y="6453386"/>
            <a:ext cx="119721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977640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 title="Divider Bar"/>
          <p:cNvSpPr/>
          <p:nvPr/>
        </p:nvSpPr>
        <p:spPr>
          <a:xfrm>
            <a:off x="3977640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5746990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8700" y="2295526"/>
            <a:ext cx="7200900" cy="3571875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7648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80797" y="624156"/>
            <a:ext cx="1490950" cy="5243244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8700" y="624156"/>
            <a:ext cx="5724525" cy="5243244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6567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7066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5512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2273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1511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3807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2573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01645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1505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2126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82368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8771574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2681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1322010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84637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24631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493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8700" y="685800"/>
            <a:ext cx="72009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8700" y="2286000"/>
            <a:ext cx="72009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42987" y="6453386"/>
            <a:ext cx="903429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aseline="0"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70173" y="6453386"/>
            <a:ext cx="4710623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4552" y="6453386"/>
            <a:ext cx="1197219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aseline="0"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58571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 title="Side bar"/>
          <p:cNvSpPr/>
          <p:nvPr/>
        </p:nvSpPr>
        <p:spPr>
          <a:xfrm>
            <a:off x="358571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168542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1" r:id="rId1"/>
    <p:sldLayoutId id="2147483902" r:id="rId2"/>
    <p:sldLayoutId id="2147483903" r:id="rId3"/>
    <p:sldLayoutId id="2147483904" r:id="rId4"/>
    <p:sldLayoutId id="2147483905" r:id="rId5"/>
    <p:sldLayoutId id="2147483906" r:id="rId6"/>
    <p:sldLayoutId id="2147483907" r:id="rId7"/>
    <p:sldLayoutId id="2147483908" r:id="rId8"/>
    <p:sldLayoutId id="2147483909" r:id="rId9"/>
    <p:sldLayoutId id="2147483910" r:id="rId10"/>
    <p:sldLayoutId id="2147483911" r:id="rId11"/>
  </p:sldLayoutIdLst>
  <p:txStyles>
    <p:titleStyle>
      <a:lvl1pPr algn="l" defTabSz="6858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6858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0" orient="horz" pos="1368">
          <p15:clr>
            <a:srgbClr val="F26B43"/>
          </p15:clr>
        </p15:guide>
        <p15:guide id="1" pos="6912">
          <p15:clr>
            <a:srgbClr val="F26B43"/>
          </p15:clr>
        </p15:guide>
        <p15:guide id="2" pos="936">
          <p15:clr>
            <a:srgbClr val="F26B43"/>
          </p15:clr>
        </p15:guide>
        <p15:guide id="3" pos="864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696">
          <p15:clr>
            <a:srgbClr val="F26B43"/>
          </p15:clr>
        </p15:guide>
        <p15:guide id="6" orient="horz" pos="432">
          <p15:clr>
            <a:srgbClr val="F26B43"/>
          </p15:clr>
        </p15:guide>
        <p15:guide id="7" orient="horz" pos="1512">
          <p15:clr>
            <a:srgbClr val="F26B43"/>
          </p15:clr>
        </p15:guide>
        <p15:guide id="8" pos="5184">
          <p15:clr>
            <a:srgbClr val="F26B43"/>
          </p15:clr>
        </p15:guide>
        <p15:guide id="9" pos="702">
          <p15:clr>
            <a:srgbClr val="F26B43"/>
          </p15:clr>
        </p15:guide>
        <p15:guide id="10" pos="648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211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55" r:id="rId1"/>
    <p:sldLayoutId id="2147484156" r:id="rId2"/>
    <p:sldLayoutId id="2147484157" r:id="rId3"/>
    <p:sldLayoutId id="2147484158" r:id="rId4"/>
    <p:sldLayoutId id="2147484159" r:id="rId5"/>
    <p:sldLayoutId id="2147484160" r:id="rId6"/>
    <p:sldLayoutId id="2147484161" r:id="rId7"/>
    <p:sldLayoutId id="2147484162" r:id="rId8"/>
    <p:sldLayoutId id="2147484163" r:id="rId9"/>
    <p:sldLayoutId id="2147484164" r:id="rId10"/>
    <p:sldLayoutId id="2147484165" r:id="rId11"/>
    <p:sldLayoutId id="2147484166" r:id="rId12"/>
    <p:sldLayoutId id="2147484167" r:id="rId13"/>
    <p:sldLayoutId id="2147484168" r:id="rId14"/>
    <p:sldLayoutId id="2147484169" r:id="rId15"/>
    <p:sldLayoutId id="214748417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VIRTUAL TRADE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App iOS – </a:t>
            </a:r>
            <a:r>
              <a:rPr dirty="0" err="1"/>
              <a:t>UIKit</a:t>
            </a:r>
            <a:endParaRPr dirty="0"/>
          </a:p>
          <a:p>
            <a:r>
              <a:rPr dirty="0"/>
              <a:t>Proyecto </a:t>
            </a:r>
            <a:r>
              <a:rPr dirty="0" err="1"/>
              <a:t>académico</a:t>
            </a:r>
            <a:endParaRPr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C638C70-BCDF-B79C-C62F-8ACC92A2B2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82880" y="2856344"/>
            <a:ext cx="3792585" cy="3011056"/>
          </a:xfrm>
        </p:spPr>
        <p:txBody>
          <a:bodyPr/>
          <a:lstStyle/>
          <a:p>
            <a:r>
              <a:rPr lang="es-PE" dirty="0"/>
              <a:t>INTEGRANTES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s-PE" dirty="0"/>
              <a:t>Eduardo Emerson Carrizales Calero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BA922D2-64E2-B6F9-1971-A021A20FB07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46" t="1598" r="3947"/>
          <a:stretch>
            <a:fillRect/>
          </a:stretch>
        </p:blipFill>
        <p:spPr>
          <a:xfrm>
            <a:off x="5604785" y="1686365"/>
            <a:ext cx="2279740" cy="483953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Idea del negocio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419" dirty="0"/>
              <a:t>Virtual Trade</a:t>
            </a:r>
            <a:r>
              <a:rPr dirty="0"/>
              <a:t> es </a:t>
            </a:r>
            <a:r>
              <a:rPr dirty="0" err="1"/>
              <a:t>una</a:t>
            </a:r>
            <a:r>
              <a:rPr dirty="0"/>
              <a:t> app </a:t>
            </a:r>
            <a:r>
              <a:rPr dirty="0" err="1"/>
              <a:t>móvil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simula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tienda online.</a:t>
            </a:r>
          </a:p>
          <a:p>
            <a:r>
              <a:rPr dirty="0" err="1"/>
              <a:t>Permite</a:t>
            </a:r>
            <a:r>
              <a:rPr lang="es-419" dirty="0"/>
              <a:t>: </a:t>
            </a:r>
            <a:r>
              <a:rPr dirty="0"/>
              <a:t>login, </a:t>
            </a:r>
            <a:r>
              <a:rPr dirty="0" err="1"/>
              <a:t>ver</a:t>
            </a:r>
            <a:r>
              <a:rPr dirty="0"/>
              <a:t> </a:t>
            </a:r>
            <a:r>
              <a:rPr dirty="0" err="1"/>
              <a:t>productos</a:t>
            </a:r>
            <a:r>
              <a:rPr dirty="0"/>
              <a:t>, </a:t>
            </a:r>
            <a:r>
              <a:rPr dirty="0" err="1"/>
              <a:t>agregar</a:t>
            </a:r>
            <a:r>
              <a:rPr dirty="0"/>
              <a:t> al </a:t>
            </a:r>
            <a:r>
              <a:rPr dirty="0" err="1"/>
              <a:t>carrito</a:t>
            </a:r>
            <a:r>
              <a:rPr dirty="0"/>
              <a:t> y </a:t>
            </a:r>
            <a:r>
              <a:rPr dirty="0" err="1"/>
              <a:t>gestionar</a:t>
            </a:r>
            <a:r>
              <a:rPr dirty="0"/>
              <a:t> </a:t>
            </a:r>
            <a:r>
              <a:rPr dirty="0" err="1"/>
              <a:t>sesión</a:t>
            </a:r>
            <a:r>
              <a:rPr dirty="0"/>
              <a:t>.</a:t>
            </a:r>
          </a:p>
        </p:txBody>
      </p:sp>
      <p:pic>
        <p:nvPicPr>
          <p:cNvPr id="1026" name="Picture 2" descr="8 Tips para mejorar tus presentaciones - Tutorial">
            <a:extLst>
              <a:ext uri="{FF2B5EF4-FFF2-40B4-BE49-F238E27FC236}">
                <a16:creationId xmlns:a16="http://schemas.microsoft.com/office/drawing/2014/main" id="{2D6E1E35-0F81-9BBA-60EA-F4A572A063C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47" r="16858"/>
          <a:stretch>
            <a:fillRect/>
          </a:stretch>
        </p:blipFill>
        <p:spPr bwMode="auto">
          <a:xfrm>
            <a:off x="3061063" y="3429000"/>
            <a:ext cx="3021874" cy="3171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Muchas</a:t>
            </a:r>
            <a:r>
              <a:rPr dirty="0"/>
              <a:t> personas </a:t>
            </a:r>
            <a:r>
              <a:rPr dirty="0" err="1"/>
              <a:t>desean</a:t>
            </a:r>
            <a:r>
              <a:rPr dirty="0"/>
              <a:t> </a:t>
            </a:r>
            <a:r>
              <a:rPr dirty="0" err="1"/>
              <a:t>comprar</a:t>
            </a:r>
            <a:r>
              <a:rPr dirty="0"/>
              <a:t> </a:t>
            </a:r>
            <a:r>
              <a:rPr dirty="0" err="1"/>
              <a:t>rápido</a:t>
            </a:r>
            <a:r>
              <a:rPr dirty="0"/>
              <a:t> </a:t>
            </a:r>
            <a:r>
              <a:rPr dirty="0" err="1"/>
              <a:t>desde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celular</a:t>
            </a:r>
            <a:r>
              <a:rPr dirty="0"/>
              <a:t>.</a:t>
            </a:r>
          </a:p>
          <a:p>
            <a:r>
              <a:rPr dirty="0"/>
              <a:t>Se </a:t>
            </a:r>
            <a:r>
              <a:rPr dirty="0" err="1"/>
              <a:t>requiere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app simple, </a:t>
            </a:r>
            <a:r>
              <a:rPr dirty="0" err="1"/>
              <a:t>clara</a:t>
            </a:r>
            <a:r>
              <a:rPr dirty="0"/>
              <a:t> y </a:t>
            </a:r>
            <a:r>
              <a:rPr dirty="0" err="1"/>
              <a:t>funcional</a:t>
            </a:r>
            <a:r>
              <a:rPr dirty="0"/>
              <a:t>.</a:t>
            </a:r>
          </a:p>
        </p:txBody>
      </p:sp>
      <p:pic>
        <p:nvPicPr>
          <p:cNvPr id="2050" name="Picture 2" descr="Quiénes son las personas más aburridas del mundo?">
            <a:extLst>
              <a:ext uri="{FF2B5EF4-FFF2-40B4-BE49-F238E27FC236}">
                <a16:creationId xmlns:a16="http://schemas.microsoft.com/office/drawing/2014/main" id="{82B76A9F-7DE0-6718-37DE-3DEAC478D8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2487" y="3566704"/>
            <a:ext cx="4293326" cy="2414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Mercado objetivo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Usuarios</a:t>
            </a:r>
            <a:r>
              <a:rPr dirty="0"/>
              <a:t> </a:t>
            </a:r>
            <a:r>
              <a:rPr dirty="0" err="1"/>
              <a:t>móviles</a:t>
            </a:r>
            <a:endParaRPr dirty="0"/>
          </a:p>
          <a:p>
            <a:r>
              <a:rPr dirty="0"/>
              <a:t>Personas </a:t>
            </a:r>
            <a:r>
              <a:rPr dirty="0" err="1"/>
              <a:t>interesadas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e-commerce</a:t>
            </a:r>
          </a:p>
        </p:txBody>
      </p:sp>
      <p:pic>
        <p:nvPicPr>
          <p:cNvPr id="3074" name="Picture 2" descr="Cómo las aplicaciones móviles de comercio electrónico mejoran la lealtad  del cliente? - Knowband Blog | Ecommerce Modules">
            <a:extLst>
              <a:ext uri="{FF2B5EF4-FFF2-40B4-BE49-F238E27FC236}">
                <a16:creationId xmlns:a16="http://schemas.microsoft.com/office/drawing/2014/main" id="{78BB5643-B4A9-0B25-A06C-9D763351AB1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29" r="13904"/>
          <a:stretch>
            <a:fillRect/>
          </a:stretch>
        </p:blipFill>
        <p:spPr bwMode="auto">
          <a:xfrm>
            <a:off x="2521675" y="3429000"/>
            <a:ext cx="4214950" cy="2320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Propuesta de valor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Interfaz</a:t>
            </a:r>
            <a:r>
              <a:rPr dirty="0"/>
              <a:t> simple</a:t>
            </a:r>
          </a:p>
          <a:p>
            <a:r>
              <a:rPr dirty="0" err="1"/>
              <a:t>Flujo</a:t>
            </a:r>
            <a:r>
              <a:rPr dirty="0"/>
              <a:t> claro</a:t>
            </a:r>
          </a:p>
          <a:p>
            <a:r>
              <a:rPr dirty="0"/>
              <a:t>Uso de APIs </a:t>
            </a:r>
            <a:r>
              <a:rPr dirty="0" err="1"/>
              <a:t>reales</a:t>
            </a:r>
            <a:endParaRPr dirty="0"/>
          </a:p>
          <a:p>
            <a:r>
              <a:rPr dirty="0" err="1"/>
              <a:t>Experiencia</a:t>
            </a:r>
            <a:r>
              <a:rPr dirty="0"/>
              <a:t> similar a apps </a:t>
            </a:r>
            <a:r>
              <a:rPr dirty="0" err="1"/>
              <a:t>reales</a:t>
            </a:r>
            <a:endParaRPr dirty="0"/>
          </a:p>
        </p:txBody>
      </p:sp>
      <p:pic>
        <p:nvPicPr>
          <p:cNvPr id="4098" name="Picture 2" descr="Desarrollo de E-commerce: ¿Qué puedes hacer con tu propia app?">
            <a:extLst>
              <a:ext uri="{FF2B5EF4-FFF2-40B4-BE49-F238E27FC236}">
                <a16:creationId xmlns:a16="http://schemas.microsoft.com/office/drawing/2014/main" id="{C6A628F9-4181-7628-2C19-BC852E804F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5705" y="4125323"/>
            <a:ext cx="3006889" cy="2046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SMART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S: </a:t>
            </a:r>
            <a:r>
              <a:rPr dirty="0" err="1"/>
              <a:t>Implementar</a:t>
            </a:r>
            <a:r>
              <a:rPr dirty="0"/>
              <a:t> login, </a:t>
            </a:r>
            <a:r>
              <a:rPr dirty="0" err="1"/>
              <a:t>catálogo</a:t>
            </a:r>
            <a:r>
              <a:rPr dirty="0"/>
              <a:t> y </a:t>
            </a:r>
            <a:r>
              <a:rPr dirty="0" err="1"/>
              <a:t>carrito</a:t>
            </a:r>
            <a:endParaRPr dirty="0"/>
          </a:p>
          <a:p>
            <a:r>
              <a:rPr dirty="0"/>
              <a:t>M: App </a:t>
            </a:r>
            <a:r>
              <a:rPr dirty="0" err="1"/>
              <a:t>funcional</a:t>
            </a:r>
            <a:r>
              <a:rPr dirty="0"/>
              <a:t> sin </a:t>
            </a:r>
            <a:r>
              <a:rPr dirty="0" err="1"/>
              <a:t>errores</a:t>
            </a:r>
            <a:r>
              <a:rPr dirty="0"/>
              <a:t> </a:t>
            </a:r>
            <a:r>
              <a:rPr dirty="0" err="1"/>
              <a:t>críticos</a:t>
            </a:r>
            <a:endParaRPr dirty="0"/>
          </a:p>
          <a:p>
            <a:r>
              <a:rPr dirty="0"/>
              <a:t>A: Uso de </a:t>
            </a:r>
            <a:r>
              <a:rPr dirty="0" err="1"/>
              <a:t>UIKit</a:t>
            </a:r>
            <a:r>
              <a:rPr dirty="0"/>
              <a:t> y API </a:t>
            </a:r>
            <a:r>
              <a:rPr dirty="0" err="1"/>
              <a:t>pública</a:t>
            </a:r>
            <a:endParaRPr dirty="0"/>
          </a:p>
          <a:p>
            <a:r>
              <a:rPr dirty="0"/>
              <a:t>R: </a:t>
            </a:r>
            <a:r>
              <a:rPr dirty="0" err="1"/>
              <a:t>Relacionado</a:t>
            </a:r>
            <a:r>
              <a:rPr dirty="0"/>
              <a:t> a e-commerce</a:t>
            </a:r>
          </a:p>
          <a:p>
            <a:r>
              <a:rPr dirty="0"/>
              <a:t>T: </a:t>
            </a:r>
            <a:r>
              <a:rPr dirty="0" err="1"/>
              <a:t>Entregado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ciclo</a:t>
            </a:r>
            <a:r>
              <a:rPr dirty="0"/>
              <a:t> </a:t>
            </a:r>
            <a:r>
              <a:rPr dirty="0" err="1"/>
              <a:t>académico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Tecnologías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Swift</a:t>
            </a:r>
          </a:p>
          <a:p>
            <a:r>
              <a:t>UIKit</a:t>
            </a:r>
          </a:p>
          <a:p>
            <a:r>
              <a:t>Storyboard</a:t>
            </a:r>
          </a:p>
          <a:p>
            <a:r>
              <a:t>URLSession</a:t>
            </a:r>
          </a:p>
          <a:p>
            <a:r>
              <a:t>FakeStoreAPI</a:t>
            </a:r>
          </a:p>
          <a:p>
            <a:r>
              <a:t>UserDefaults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Arquitectura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MVC</a:t>
            </a:r>
          </a:p>
          <a:p>
            <a:r>
              <a:t>Separación por módulos:</a:t>
            </a:r>
          </a:p>
          <a:p>
            <a:r>
              <a:t>Login, Home, Cart, Profile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Funcionalidades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Login con API</a:t>
            </a:r>
          </a:p>
          <a:p>
            <a:r>
              <a:t>Listado de productos</a:t>
            </a:r>
          </a:p>
          <a:p>
            <a:r>
              <a:t>Agregar al carrito</a:t>
            </a:r>
          </a:p>
          <a:p>
            <a:r>
              <a:t>Ver carrito</a:t>
            </a:r>
          </a:p>
          <a:p>
            <a:r>
              <a:t>Cerrar sesión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Estado actual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Aplicación funcional</a:t>
            </a:r>
          </a:p>
          <a:p>
            <a:r>
              <a:t>UI adaptable</a:t>
            </a:r>
          </a:p>
          <a:p>
            <a:r>
              <a:t>Persistencia básica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Próximos pasos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Mejorar UI</a:t>
            </a:r>
          </a:p>
          <a:p>
            <a:r>
              <a:t>Validaciones</a:t>
            </a:r>
          </a:p>
          <a:p>
            <a:r>
              <a:t>Integrar pago</a:t>
            </a:r>
          </a:p>
          <a:p>
            <a:r>
              <a:t>Backend propio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corte">
  <a:themeElements>
    <a:clrScheme name="Recorte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Recorte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Recort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Espiral">
  <a:themeElements>
    <a:clrScheme name="Espiral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Espiral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Espiral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98F32D2A-F4BA-3C44-9766-8F1AD3857E5D}">
  <we:reference id="wa200005566" version="3.0.0.3" store="es-MX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B6B756A3-9FE2-1647-A03A-F8BD70F05244}">
  <we:reference id="wa200005669" version="2.0.0.0" store="es-MX" storeType="OMEX"/>
  <we:alternateReferences>
    <we:reference id="wa200005669" version="2.0.0.0" store="wa200005669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{630E7580-84CB-054B-B098-79F449235C6B}tf10001072</Template>
  <TotalTime>22</TotalTime>
  <Words>174</Words>
  <Application>Microsoft Macintosh PowerPoint</Application>
  <PresentationFormat>Presentación en pantalla (4:3)</PresentationFormat>
  <Paragraphs>51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11</vt:i4>
      </vt:variant>
    </vt:vector>
  </HeadingPairs>
  <TitlesOfParts>
    <vt:vector size="18" baseType="lpstr">
      <vt:lpstr>Arial</vt:lpstr>
      <vt:lpstr>Century Gothic</vt:lpstr>
      <vt:lpstr>Franklin Gothic Book</vt:lpstr>
      <vt:lpstr>Wingdings</vt:lpstr>
      <vt:lpstr>Wingdings 3</vt:lpstr>
      <vt:lpstr>Recorte</vt:lpstr>
      <vt:lpstr>Espiral</vt:lpstr>
      <vt:lpstr>VIRTUAL TRADE</vt:lpstr>
      <vt:lpstr>Idea del negocio</vt:lpstr>
      <vt:lpstr>Problema</vt:lpstr>
      <vt:lpstr>Mercado objetivo</vt:lpstr>
      <vt:lpstr>Propuesta de valor</vt:lpstr>
      <vt:lpstr>Objetivos SMART</vt:lpstr>
      <vt:lpstr>Tecnologías</vt:lpstr>
      <vt:lpstr>Arquitectura</vt:lpstr>
      <vt:lpstr>Funcionalidades</vt:lpstr>
      <vt:lpstr>Estado actual</vt:lpstr>
      <vt:lpstr>Próximos pasos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Suite</cp:lastModifiedBy>
  <cp:revision>2</cp:revision>
  <dcterms:created xsi:type="dcterms:W3CDTF">2013-01-27T09:14:16Z</dcterms:created>
  <dcterms:modified xsi:type="dcterms:W3CDTF">2025-12-27T20:18:24Z</dcterms:modified>
  <cp:category/>
</cp:coreProperties>
</file>